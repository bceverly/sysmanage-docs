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bryan-ever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Acquired by Salesforce (now Salesforce Marketing Cloud)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fedor-dikar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NGINX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and operations engineering at NGINX, the world's most widely deployed web server and reverse proxy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CI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European engineering perspective and timezone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976D2"/>
                </a:solidFill>
                <a:latin typeface="Arial"/>
              </a:rPr>
              <a:t>mTLS</a:t>
            </a:r>
          </a:p>
          <a:p>
            <a:pPr algn="ctr"/>
            <a:r>
              <a:rPr sz="1600" b="1">
                <a:solidFill>
                  <a:srgbClr val="1976D2"/>
                </a:solidFill>
                <a:latin typeface="Arial"/>
              </a:rPr>
              <a:t>←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393192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57200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71600"/>
            <a:ext cx="2103120" cy="27432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Pro+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Reporting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4206240" cy="109728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 Queue Architecture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All agent ↔ server communication is queued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to the database. Background threads process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messages — no data loss on crash or restart.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Secrets &amp; Key Mgmt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800" b="0">
                <a:solidFill>
                  <a:srgbClr val="666666"/>
                </a:solidFill>
                <a:latin typeface="Arial"/>
              </a:rPr>
              <a:t> — Encrypted secrets, API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36776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800" b="0">
                <a:solidFill>
                  <a:srgbClr val="666666"/>
                </a:solidFill>
                <a:latin typeface="Arial"/>
              </a:rPr>
              <a:t> — Distributed tracing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93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Grafana</a:t>
            </a:r>
            <a:r>
              <a:rPr sz="800" b="0">
                <a:solidFill>
                  <a:srgbClr val="666666"/>
                </a:solidFill>
                <a:latin typeface="Arial"/>
              </a:rPr>
              <a:t> — Dashboard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21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800" b="0">
                <a:solidFill>
                  <a:srgbClr val="666666"/>
                </a:solidFill>
                <a:latin typeface="Arial"/>
              </a:rPr>
              <a:t> — Metrics collection &amp;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Graylog</a:t>
            </a:r>
            <a:r>
              <a:rPr sz="800" b="0">
                <a:solidFill>
                  <a:srgbClr val="666666"/>
                </a:solidFill>
                <a:latin typeface="Arial"/>
              </a:rPr>
              <a:t> —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2377440" cy="292608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NIST NVD</a:t>
            </a:r>
            <a:r>
              <a:rPr sz="800" b="0">
                <a:solidFill>
                  <a:srgbClr val="666666"/>
                </a:solidFill>
                <a:latin typeface="Arial"/>
              </a:rPr>
              <a:t> — National Vulnerability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72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/ Debian / RHEL / MSRC / FreeBSD</a:t>
            </a:r>
            <a:r>
              <a:rPr sz="800" b="0">
                <a:solidFill>
                  <a:srgbClr val="666666"/>
                </a:solidFill>
                <a:latin typeface="Arial"/>
              </a:rPr>
              <a:t> — OS-specific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377440" cy="292608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800" b="0">
                <a:solidFill>
                  <a:srgbClr val="666666"/>
                </a:solidFill>
                <a:latin typeface="Arial"/>
              </a:rPr>
              <a:t> — ESM,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27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800" b="0">
                <a:solidFill>
                  <a:srgbClr val="666666"/>
                </a:solidFill>
                <a:latin typeface="Arial"/>
              </a:rPr>
              <a:t> —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819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800" b="0">
                <a:solidFill>
                  <a:srgbClr val="666666"/>
                </a:solidFill>
                <a:latin typeface="Arial"/>
              </a:rPr>
              <a:t> —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185416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85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800" b="0">
                <a:solidFill>
                  <a:srgbClr val="666666"/>
                </a:solidFill>
                <a:latin typeface="Arial"/>
              </a:rPr>
              <a:t> —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78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800" b="0">
                <a:solidFill>
                  <a:srgbClr val="666666"/>
                </a:solidFill>
                <a:latin typeface="Arial"/>
              </a:rPr>
              <a:t> —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843784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843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800" b="0">
                <a:solidFill>
                  <a:srgbClr val="666666"/>
                </a:solidFill>
                <a:latin typeface="Arial"/>
              </a:rPr>
              <a:t> — Cross-platform firewall mgmt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Scalability testing in CI/CD — load testing in the pipeline to reduce DDoS attack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73328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Codebase &amp; Development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22 Months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Under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1M+ Lines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2,400+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Commits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Release Tags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Repositories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28600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45720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Repository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Started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Server: FastAPI + React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1,047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sysmanage-agent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Agent: Python cross-platform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863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Sep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Docs site + 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334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sysmanage-professional-plus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Pro+ Cython modules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171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Server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74 tables • 799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Agent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Test Suite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775 files • 271K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D5C"/>
                </a:solidFill>
                <a:latin typeface="Arial"/>
              </a:rPr>
              <a:t>Development velocity:  </a:t>
            </a:r>
            <a:r>
              <a:rPr sz="1100" b="0">
                <a:solidFill>
                  <a:srgbClr val="666666"/>
                </a:solidFill>
                <a:latin typeface="Arial"/>
              </a:rPr>
              <a:t>Q2 2024 → project start  |  Q3-Q4 2025 → major feature build (730+ commits)  |  Q1 2026 → Pro+ launch + stabilization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
+ Core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CI/CD
&amp;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Mgmt
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Child Host
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Virtualization
Expansion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Platform
Maturity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v1.1.0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
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960120"/>
            <a:ext cx="2743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66666"/>
                </a:solidFill>
                <a:latin typeface="Arial"/>
              </a:rPr>
              <a:t>Shipped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Pro+ Prof.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4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v1.5.0.0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v1.6.0.0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Auto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v1.7.0.0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v1.8.0.0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Foundation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4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Virt+Obs+MFA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v3.0.0.0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989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v1.5.0.0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v1.6.0.0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v1.7.0.0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v1.8.0.0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v2.1.0.0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v2.3.0.0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Partnership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Customers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Organizations managing heterogeneous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OS estates (Linux, macOS, Windows, *BSD)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Compliance-driven environments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(SOC2, HIPAA, FedRAMP, CIS, DISA 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Teams replacing expensive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management tools with open source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MSPs and IT service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Channel Partners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Managed service providers (MSPs)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Systems integrators &amp;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Value-added resellers (VARs)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Cloud hosting providers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Security &amp; compliance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Regional technology distributors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We're actively seeking both direct customers and channel partners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core lowers barrier to entry  •  Pro+ tiers create partner revenue opportunities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BBDEFB"/>
                </a:solidFill>
                <a:latin typeface="Arial"/>
              </a:rPr>
              <a:t>sysmanage.org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