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Bryan Everly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bryan-ever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27432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Software Artistry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Early employee → Dir. of Worldwide Product Dev  •  IPO 1995  •  Sold to IBM/Tivoli 1998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IBM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Led global engineering team post-acquisition (3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SaaS Founder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Founded &amp; sold a SaaS company securing sensitive HR data (~8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ExactTarget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Engineering leader (1/3 of technology team)  •  Acquired by Salesforce (now Salesforce Marketing Cloud)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Aprimo / Teradata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Worldwide Engineering  •  $525M acquisition by Teradata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NextGear Capital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 •  Built dev org from scratch  •  Grew loan volume $1.6B → $3.2B  •  CTO of the Year (IBJ/TechPoint)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Cox Automotive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&amp; CISO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Cummins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Chief Enterprise Architect &amp; Exec. Dir. Software Engineering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Canonical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Software Engineering  •  Ubuntu, IoT, real-time Linux, HPC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332"/>
                </a:solidFill>
                <a:latin typeface="Arial"/>
              </a:rPr>
              <a:t>M.S. Cybersecurity, UC Berkeley  •  B.S. Computer Science, Indiana State  •  OpenBSD Ports Maintainer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Fedor Dikarev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fedor-dikar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41148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Lead SRE / CI/CD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NGINX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and operations engineering at NGINX, the world's most widely deployed web server and reverse proxy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Databricks (via Neon acquisition)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engineer at Databricks following the ~$1B acquisition of Neon, the serverless Postgres company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Neon — Serverless Postgres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Member of Technical Staff  •  Led CI/CD infrastructure migration and cost optimization  •  Reduced cloud CI costs by 50%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Infrastructure &amp; DevOps Expertise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Deep experience with AWS, Docker, Kubernetes, Prometheus monitoring, and high-availability architectures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CI/CD &amp; Automation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Designed and operated large-scale CI pipelines  •  GitHub Actions, ephemeral runners, caching optimization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Based in Germany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European engineering perspective and timezone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Growth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In active discussions with a European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 fund focused on open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source and infrastructure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Advisory Network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Engaging potential advisors from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proven open source →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success stories including NGINX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and WordPress ecosystems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→ Commercial Playbook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AGPLv3 core builds community trust &amp; adoption  →  Pro+ tiers monetize enterprise needs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Following the proven model: open core + commercial extensions + enterprise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976D2"/>
                </a:solidFill>
                <a:latin typeface="Arial"/>
              </a:rPr>
              <a:t>mTLS</a:t>
            </a:r>
          </a:p>
          <a:p>
            <a:pPr algn="ctr"/>
            <a:r>
              <a:rPr sz="1600" b="1">
                <a:solidFill>
                  <a:srgbClr val="1976D2"/>
                </a:solidFill>
                <a:latin typeface="Arial"/>
              </a:rPr>
              <a:t>←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393192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457200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71600"/>
            <a:ext cx="2103120" cy="27432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Pro+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Health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Reporting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4206240" cy="109728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 Queue Architecture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All agent ↔ server communication is queued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to the database. Background threads process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messages — no data loss on crash or restart.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Ecosystem Integrations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Secrets &amp; Key Mgmt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OpenBAO / Vault</a:t>
            </a:r>
            <a:r>
              <a:rPr sz="800" b="0">
                <a:solidFill>
                  <a:srgbClr val="666666"/>
                </a:solidFill>
                <a:latin typeface="Arial"/>
              </a:rPr>
              <a:t> — Encrypted secrets, API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36776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367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OpenTelemetry</a:t>
            </a:r>
            <a:r>
              <a:rPr sz="800" b="0">
                <a:solidFill>
                  <a:srgbClr val="666666"/>
                </a:solidFill>
                <a:latin typeface="Arial"/>
              </a:rPr>
              <a:t> — Distributed tracing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293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Grafana</a:t>
            </a:r>
            <a:r>
              <a:rPr sz="800" b="0">
                <a:solidFill>
                  <a:srgbClr val="666666"/>
                </a:solidFill>
                <a:latin typeface="Arial"/>
              </a:rPr>
              <a:t> — Dashboard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21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Prometheus</a:t>
            </a:r>
            <a:r>
              <a:rPr sz="800" b="0">
                <a:solidFill>
                  <a:srgbClr val="666666"/>
                </a:solidFill>
                <a:latin typeface="Arial"/>
              </a:rPr>
              <a:t> — Metrics collection &amp; querying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Graylog</a:t>
            </a:r>
            <a:r>
              <a:rPr sz="800" b="0">
                <a:solidFill>
                  <a:srgbClr val="666666"/>
                </a:solidFill>
                <a:latin typeface="Arial"/>
              </a:rPr>
              <a:t> — Log aggregation (GELF, syslog)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2377440" cy="292608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Vulnerability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80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NIST NVD</a:t>
            </a:r>
            <a:r>
              <a:rPr sz="800" b="0">
                <a:solidFill>
                  <a:srgbClr val="666666"/>
                </a:solidFill>
                <a:latin typeface="Arial"/>
              </a:rPr>
              <a:t> — National Vulnerability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172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/ Debian / RHEL / MSRC / FreeBSD</a:t>
            </a:r>
            <a:r>
              <a:rPr sz="800" b="0">
                <a:solidFill>
                  <a:srgbClr val="666666"/>
                </a:solidFill>
                <a:latin typeface="Arial"/>
              </a:rPr>
              <a:t> — OS-specific advisories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234440"/>
            <a:ext cx="2377440" cy="292608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Platform &amp; Virtualization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Pro</a:t>
            </a:r>
            <a:r>
              <a:rPr sz="800" b="0">
                <a:solidFill>
                  <a:srgbClr val="666666"/>
                </a:solidFill>
                <a:latin typeface="Arial"/>
              </a:rPr>
              <a:t> — ESM, patching,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270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LXD / Incus</a:t>
            </a:r>
            <a:r>
              <a:rPr sz="800" b="0">
                <a:solidFill>
                  <a:srgbClr val="666666"/>
                </a:solidFill>
                <a:latin typeface="Arial"/>
              </a:rPr>
              <a:t> — Container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8196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KVM / bhyve / VMM</a:t>
            </a:r>
            <a:r>
              <a:rPr sz="800" b="0">
                <a:solidFill>
                  <a:srgbClr val="666666"/>
                </a:solidFill>
                <a:latin typeface="Arial"/>
              </a:rPr>
              <a:t> — Hypervisor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185416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185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SMTP / Email</a:t>
            </a:r>
            <a:r>
              <a:rPr sz="800" b="0">
                <a:solidFill>
                  <a:srgbClr val="666666"/>
                </a:solidFill>
                <a:latin typeface="Arial"/>
              </a:rPr>
              <a:t> — Alert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478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Webhooks / Slack / Teams</a:t>
            </a:r>
            <a:r>
              <a:rPr sz="800" b="0">
                <a:solidFill>
                  <a:srgbClr val="666666"/>
                </a:solidFill>
                <a:latin typeface="Arial"/>
              </a:rPr>
              <a:t> — Real-time notifications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843784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Firewalls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843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UFW / iptables / nftables / PF</a:t>
            </a:r>
            <a:r>
              <a:rPr sz="800" b="0">
                <a:solidFill>
                  <a:srgbClr val="666666"/>
                </a:solidFill>
                <a:latin typeface="Arial"/>
              </a:rPr>
              <a:t> — Cross-platform firewall mgmt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A2332"/>
                </a:solidFill>
                <a:latin typeface="Arial"/>
              </a:rPr>
              <a:t>SysManage integrates — not replaces — best-of-breed tools in each category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Scalability testing in CI/CD — load testing in the pipeline to reduce DDoS attack 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Software Bill of Materials (SBOM)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What &amp; Why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 JSON format (v1.6)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Full dependency inventory for every release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Supply chain transparency &amp; auditability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Separate SBOMs for backend (Python)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and frontend (Node.js) components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Agent packages include their own SBOM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Generation &amp; Distribution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Automated via CI/CD on every build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cyclonedx-bom (Python dependencies)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@cyclonedx/cyclonedx-npm (Node.js)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Published as GitHub release artifacts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Bundled inside every installer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(.deb, .rpm, .msi, .pkg, .snap, .tgz, 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Compatible with: Grype  •  Trivy  •  Dependency-Track  •  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Inspect locally:  jq . backend-sbom.json  |  jq '.components | length'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  <a:latin typeface="Arial"/>
              </a:rPr>
              <a:t>Open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47"/>
                </a:solidFill>
                <a:latin typeface="Arial"/>
              </a:rPr>
              <a:t>Pro+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41732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Dashboard &amp; Host Overview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Navigate the main dashboard, view registered hosts and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3911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Host Detail Deep-Dive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Live CPU/RAM/disk/network metrics, OS info, uptime, storage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60904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Software Inventory &amp; Updates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installed packages, detect available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282696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Package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Install and remove a package remotely from the browser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904488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User Management &amp; RBAC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Create a user, assign roles (Admin/Operator/Viewer)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Settings &amp;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Server configuration, agent settings, preferences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4807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Multi-Language Switching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Switch UI language live across supported locales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41732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Health Analysis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AI-powered system health scoring and recommendations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03911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Compliance Audit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Run CIS Benchmark / DISA STIG checks against a host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266090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PDF Report Generation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Generate and download a formatted compliance report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3282696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Secrets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Store and retrieve secrets via OpenBAO integration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3904488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Container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and manage LXD containers on a host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0" y="4526280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CVE Vulnerability Scan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Scan host packages against the CVE database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148072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Alerting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Configure Email, Webhook, Slack, and Teams alerts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576986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73328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Audit Log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Browse tamper-evident audit trail with hash chain verification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Codebase &amp; Development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22 Months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Under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1M+ Lines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2,400+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Commits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Release Tags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Repositories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286000"/>
          <a:ext cx="10972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45720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Repository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Started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Server: FastAPI + React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1,047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sysmanage-agent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Agent: Python cross-platform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863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Sep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Docs site + 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334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sysmanage-professional-plus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Pro+ Cython modules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171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Server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74 tables • 799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Agent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 tables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Test Suite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775 files • 271K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D5C"/>
                </a:solidFill>
                <a:latin typeface="Arial"/>
              </a:rPr>
              <a:t>Development velocity:  </a:t>
            </a:r>
            <a:r>
              <a:rPr sz="1100" b="0">
                <a:solidFill>
                  <a:srgbClr val="666666"/>
                </a:solidFill>
                <a:latin typeface="Arial"/>
              </a:rPr>
              <a:t>Q2 2024 → project start  |  Q3-Q4 2025 → major feature build (730+ commits)  |  Q1 2026 → Pro+ launch + stabilization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Foundation
+ Core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CI/CD
&amp;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Mgmt
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Child Host
Foundation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Virtualization
Expansion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Platform
Maturity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v1.1.0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Pro+
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960120"/>
            <a:ext cx="2743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666666"/>
                </a:solidFill>
                <a:latin typeface="Arial"/>
              </a:rPr>
              <a:t>Shipped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67712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Pro+ Prof.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4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v1.4.0.0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v1.5.0.0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v1.6.0.0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Auto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v1.7.0.0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v1.8.0.0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Foundation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4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Virt+Obs+MFA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v3.0.0.0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989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v1.4.0.0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v1.5.0.0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v1.6.0.0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v1.7.0.0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v1.8.0.0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v2.1.0.0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v2.3.0.0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v3.0.0.0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Partnership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Customers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Organizations managing heterogeneous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OS estates (Linux, macOS, Windows, *BSD)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Compliance-driven environments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(SOC2, HIPAA, FedRAMP, CIS, DISA 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Teams replacing expensive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management tools with open source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MSPs and IT service providers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Channel Partners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Managed service providers (MSPs)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Systems integrators &amp;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Value-added resellers (VARs)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Cloud hosting providers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Security &amp; compliance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Regional technology distributors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We're actively seeking both direct customers and channel partners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core lowers barrier to entry  •  Pro+ tiers create partner revenue opportunities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BBDEFB"/>
                </a:solidFill>
                <a:latin typeface="Arial"/>
              </a:rPr>
              <a:t>sysmanage.org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